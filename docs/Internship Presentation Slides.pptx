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Krona One" panose="020B0604020202020204" charset="0"/>
      <p:regular r:id="rId17"/>
    </p:embeddedFont>
    <p:embeddedFont>
      <p:font typeface="Lexend" panose="020B0604020202020204" charset="0"/>
      <p:regular r:id="rId18"/>
    </p:embeddedFont>
    <p:embeddedFont>
      <p:font typeface="Lexend Bold" panose="020B0604020202020204" charset="0"/>
      <p:regular r:id="rId19"/>
    </p:embeddedFont>
    <p:embeddedFont>
      <p:font typeface="Lexend Medium" panose="020B0604020202020204" charset="0"/>
      <p:regular r:id="rId20"/>
    </p:embeddedFont>
    <p:embeddedFont>
      <p:font typeface="Martian Mono Medium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80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hammad-Ibrahim586/Auspify-Technologies-C-Cpp-Development-Internshi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888211"/>
            <a:ext cx="591805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AUSPIFY TECHNOLOGIES · INTERNSHIP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342157"/>
            <a:ext cx="5308467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C/C++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Development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Internship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79" y="3236563"/>
            <a:ext cx="530846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Project Work and Learning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78" y="4281167"/>
            <a:ext cx="530846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MUHAMMAD IBRAHIM · C/C++ DEVELOPMENT INTERN · 4 WEEKS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7380" y="4898932"/>
            <a:ext cx="5308467" cy="73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Projects covered: Tasks 3, 4, 5, and 6</a:t>
            </a:r>
            <a:endParaRPr lang="en-US" sz="1400" dirty="0"/>
          </a:p>
          <a:p>
            <a:r>
              <a:rPr lang="en-US" sz="1400" kern="100" spc="14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ID: AT/INT/2034723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3E3842-96A0-8353-0F7C-78DA103D0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5630" y="6564573"/>
            <a:ext cx="1096370" cy="242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INTERNSHIP OUTCOME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internship turned C++ fundamentals into working console applications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479" y="2050852"/>
            <a:ext cx="761981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202" y="3003351"/>
            <a:ext cx="251453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Applied fundamentals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377" y="3857069"/>
            <a:ext cx="211418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Used C++ concepts in practical tasks.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413" y="2045136"/>
            <a:ext cx="761981" cy="76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71765" y="3165554"/>
            <a:ext cx="251453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Built console apps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447712" y="3857069"/>
            <a:ext cx="238138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Created menu-driven user interfaces.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345" y="2050852"/>
            <a:ext cx="761981" cy="762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069" y="3168451"/>
            <a:ext cx="251453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Separated code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248244" y="3857068"/>
            <a:ext cx="211418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Organized source and header files.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1277" y="2045136"/>
            <a:ext cx="761981" cy="762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15002" y="3168451"/>
            <a:ext cx="251453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Tested behavior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8781579" y="3857466"/>
            <a:ext cx="238138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Checked expected behavior and invalid input.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09585" y="4897172"/>
            <a:ext cx="10972526" cy="1334083"/>
          </a:xfrm>
          <a:prstGeom prst="roundRect">
            <a:avLst>
              <a:gd name="adj" fmla="val 8077"/>
            </a:avLst>
          </a:prstGeom>
          <a:solidFill>
            <a:srgbClr val="002F80"/>
          </a:solidFill>
          <a:ln/>
        </p:spPr>
      </p:sp>
      <p:sp>
        <p:nvSpPr>
          <p:cNvPr id="17" name="Text 11"/>
          <p:cNvSpPr/>
          <p:nvPr/>
        </p:nvSpPr>
        <p:spPr>
          <a:xfrm>
            <a:off x="914377" y="5152747"/>
            <a:ext cx="10362941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Documentation and screenshot evidence supported the project demonstrations.</a:t>
            </a:r>
            <a:endParaRPr lang="en-US" sz="2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4A9AC75-39AF-8B16-5ECE-32763D108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7391" y="6511972"/>
            <a:ext cx="1164609" cy="332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Source files become executable programs through a repeatable workflow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55" y="2909788"/>
            <a:ext cx="5300927" cy="2285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4101" y="3162465"/>
            <a:ext cx="2915091" cy="18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-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Source + headers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4101" y="3692555"/>
            <a:ext cx="2915091" cy="183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-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Compiler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4101" y="4217344"/>
            <a:ext cx="2915091" cy="183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-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Executable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4101" y="4742133"/>
            <a:ext cx="2915091" cy="183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-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Console interaction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8244" y="2050852"/>
            <a:ext cx="2590735" cy="1771452"/>
          </a:xfrm>
          <a:prstGeom prst="rect">
            <a:avLst/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3188" y="2235812"/>
            <a:ext cx="235579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FILES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83188" y="2618812"/>
            <a:ext cx="1323331" cy="1031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.cpp</a:t>
            </a: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source files and </a:t>
            </a: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</a:t>
            </a: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header files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991375" y="2050852"/>
            <a:ext cx="2590735" cy="1771452"/>
          </a:xfrm>
          <a:prstGeom prst="rect">
            <a:avLst/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26320" y="2236432"/>
            <a:ext cx="235579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TOOLS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26320" y="2618812"/>
            <a:ext cx="167824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C++ with G++ / MinGW where applicable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48244" y="3974703"/>
            <a:ext cx="2590735" cy="2080022"/>
          </a:xfrm>
          <a:prstGeom prst="rect">
            <a:avLst/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3187" y="4185364"/>
            <a:ext cx="235579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STORAGE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83188" y="4594066"/>
            <a:ext cx="156899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Text-file storage where implemented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991375" y="3974703"/>
            <a:ext cx="2590735" cy="2080022"/>
          </a:xfrm>
          <a:prstGeom prst="rect">
            <a:avLst/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26320" y="4185411"/>
            <a:ext cx="235579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VERSIONING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226320" y="4594066"/>
            <a:ext cx="1678243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 and GitHub only where completed in the workflow</a:t>
            </a:r>
            <a:endParaRPr lang="en-US" sz="1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F1CBFF0-4A87-167F-AF42-7C43E74A3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391" y="6511972"/>
            <a:ext cx="1164609" cy="332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53338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TASK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87663"/>
            <a:ext cx="4724282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Student records are managed through a modular console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2339082"/>
            <a:ext cx="4724282" cy="3904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Purpose: manage student records in a C++ console application.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Supported operations include adding, displaying, searching, updating, or deleting records.</a:t>
            </a:r>
            <a:endParaRPr lang="en-US" sz="1800" dirty="0"/>
          </a:p>
          <a:p>
            <a:pPr>
              <a:lnSpc>
                <a:spcPct val="113000"/>
              </a:lnSpc>
              <a:spcAft>
                <a:spcPts val="2100"/>
              </a:spcAft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Student data file: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Lexend" pitchFamily="34" charset="-122"/>
                <a:cs typeface="Lexend" pitchFamily="34" charset="-120"/>
              </a:rPr>
              <a:t>students.txt</a:t>
            </a:r>
            <a:endParaRPr lang="en-US" sz="1800" dirty="0">
              <a:highlight>
                <a:srgbClr val="000080"/>
              </a:highlight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Source separation: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Lexend" pitchFamily="34" charset="-122"/>
                <a:cs typeface="Lexend" pitchFamily="34" charset="-120"/>
              </a:rPr>
              <a:t>main.cpp</a:t>
            </a: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Student.cpp</a:t>
            </a: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67413" y="0"/>
            <a:ext cx="4695198" cy="6858000"/>
          </a:xfrm>
          <a:prstGeom prst="rect">
            <a:avLst/>
          </a:prstGeom>
          <a:solidFill>
            <a:srgbClr val="1E1F66"/>
          </a:solidFill>
          <a:ln w="38099">
            <a:solidFill>
              <a:srgbClr val="4D4D84"/>
            </a:solidFill>
            <a:prstDash val="solid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17156A-2D40-D5C3-B4E7-0602AE193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496" y="1234708"/>
            <a:ext cx="4666115" cy="4388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652257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TASK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18981"/>
            <a:ext cx="5912992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Library records support practical book-management workflows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4" y="2360629"/>
            <a:ext cx="591299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Purpose: manage library book records in a C++ console application.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989" y="3074170"/>
            <a:ext cx="652257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Supported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3425695"/>
            <a:ext cx="5912992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Adding, displaying, searching, removing, and issue/return.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584" y="5492805"/>
            <a:ext cx="652257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4780520"/>
            <a:ext cx="591299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Book.cpp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Book.h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Library.cpp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Library.h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77423" y="0"/>
            <a:ext cx="4714271" cy="6858000"/>
          </a:xfrm>
          <a:prstGeom prst="roundRect">
            <a:avLst>
              <a:gd name="adj" fmla="val 3205"/>
            </a:avLst>
          </a:prstGeom>
          <a:solidFill>
            <a:srgbClr val="1E1F66"/>
          </a:solidFill>
          <a:ln w="38099">
            <a:solidFill>
              <a:srgbClr val="4D4D84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6B93A27-2DE4-29F8-96ED-C73E061A468C}"/>
              </a:ext>
            </a:extLst>
          </p:cNvPr>
          <p:cNvSpPr/>
          <p:nvPr/>
        </p:nvSpPr>
        <p:spPr>
          <a:xfrm>
            <a:off x="609585" y="4428995"/>
            <a:ext cx="652257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Source files</a:t>
            </a:r>
            <a:endParaRPr lang="en-US" sz="1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925E93C-9E76-B6C3-9730-B7AFC0286770}"/>
              </a:ext>
            </a:extLst>
          </p:cNvPr>
          <p:cNvSpPr/>
          <p:nvPr/>
        </p:nvSpPr>
        <p:spPr>
          <a:xfrm>
            <a:off x="609585" y="5846518"/>
            <a:ext cx="591299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Books.txt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181246-B44E-4C9A-EC64-A6BFA40FD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624" y="1439204"/>
            <a:ext cx="4675868" cy="41936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770"/>
            <a:ext cx="11582110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66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TASK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0980"/>
            <a:ext cx="10972526" cy="34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Account operations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demonstrate basic banking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0534" y="2081441"/>
            <a:ext cx="7147747" cy="96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Educational console application for account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management and balance operations—not a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production banking system.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34" y="3039480"/>
            <a:ext cx="7315017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2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Supported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0534" y="3329056"/>
            <a:ext cx="6705432" cy="9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Creating or managing accounts, displaying information, deposits, and withdrawals.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940" y="4295546"/>
            <a:ext cx="7315017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2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Source 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8940" y="4650234"/>
            <a:ext cx="7315017" cy="32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Account.cpp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Account.h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Bank.cpp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Bank.h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940" y="5135459"/>
            <a:ext cx="7315017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2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file: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65325" y="0"/>
            <a:ext cx="4726371" cy="6858000"/>
          </a:xfrm>
          <a:prstGeom prst="roundRect">
            <a:avLst>
              <a:gd name="adj" fmla="val 465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E82223-319E-2287-D515-ECC256C34054}"/>
              </a:ext>
            </a:extLst>
          </p:cNvPr>
          <p:cNvSpPr txBox="1"/>
          <p:nvPr/>
        </p:nvSpPr>
        <p:spPr>
          <a:xfrm>
            <a:off x="590534" y="5371522"/>
            <a:ext cx="6202906" cy="36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Lexend" pitchFamily="34" charset="-122"/>
                <a:cs typeface="Lexend" pitchFamily="34" charset="-120"/>
              </a:rPr>
              <a:t>accounts.txt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F94667-46F9-9612-0CA5-86DABB85C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891" y="1302421"/>
            <a:ext cx="4651237" cy="4253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6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TASK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56634"/>
            <a:ext cx="5486415" cy="1141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Expression evaluation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depends on parsing and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precedence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2251260"/>
            <a:ext cx="5257668" cy="2792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Evaluate arithmetic expressions in C++.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Handle operator precedence and grouped expressions where supported.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Validation: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Validate malformed input and handle division by zero where implemented.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85" y="3980551"/>
            <a:ext cx="5257668" cy="226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Illustrative expression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4396381"/>
            <a:ext cx="5257668" cy="405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[4 + {5 - (6 * 8)}] / 9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585" y="4958701"/>
            <a:ext cx="5257668" cy="452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only operators, bracket types, and error conditions supported by the final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1677" y="0"/>
            <a:ext cx="4740017" cy="6858000"/>
          </a:xfrm>
          <a:prstGeom prst="roundRect">
            <a:avLst>
              <a:gd name="adj" fmla="val 3145"/>
            </a:avLst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A892A4-A3F4-E159-F0F0-97A248CCF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427" y="1749707"/>
            <a:ext cx="4712516" cy="33585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997"/>
            <a:ext cx="1158211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66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DEMONSTRATION AND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35744"/>
            <a:ext cx="10972526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2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Project demonstrations pair real evidence with a disciplined testing approach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585" y="1876492"/>
            <a:ext cx="5333867" cy="2120305"/>
          </a:xfrm>
          <a:prstGeom prst="roundRect">
            <a:avLst>
              <a:gd name="adj" fmla="val 5089"/>
            </a:avLst>
          </a:prstGeom>
          <a:solidFill>
            <a:srgbClr val="1E1F66"/>
          </a:solidFill>
          <a:ln w="25399">
            <a:solidFill>
              <a:srgbClr val="4D4D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2078292"/>
            <a:ext cx="507987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6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DEMONSTRATION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8244" y="1876492"/>
            <a:ext cx="5333867" cy="2120305"/>
          </a:xfrm>
          <a:prstGeom prst="roundRect">
            <a:avLst>
              <a:gd name="adj" fmla="val 5089"/>
            </a:avLst>
          </a:prstGeom>
          <a:solidFill>
            <a:srgbClr val="1E1F66"/>
          </a:solidFill>
          <a:ln w="25399">
            <a:solidFill>
              <a:srgbClr val="4D4D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237" y="2078292"/>
            <a:ext cx="507987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6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DEMONSTRATION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585" y="4202163"/>
            <a:ext cx="10972526" cy="334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Testing approach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9585" y="4793173"/>
            <a:ext cx="5333867" cy="133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4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Compile and run the main workflows.</a:t>
            </a:r>
            <a:endParaRPr lang="en-US" dirty="0"/>
          </a:p>
          <a:p>
            <a:pPr marL="406400" indent="-406400" algn="l">
              <a:lnSpc>
                <a:spcPct val="104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Verify menu options, record handling, and text-file persistence where applicable.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48242" y="4797326"/>
            <a:ext cx="5333867" cy="958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4000"/>
              </a:lnSpc>
              <a:buSzPct val="100000"/>
              <a:buChar char="•"/>
            </a:pP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Test invalid input, expression edge cases, and the intended working directory.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E7C5A11-CE55-DB15-9A06-401FBFAD0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236" y="2396653"/>
            <a:ext cx="2216339" cy="1471787"/>
          </a:xfrm>
          <a:prstGeom prst="rect">
            <a:avLst/>
          </a:prstGeom>
        </p:spPr>
      </p:pic>
      <p:pic>
        <p:nvPicPr>
          <p:cNvPr id="19" name="Picture 18" descr="GitHub - manelpb/inventory-management-system: Simple inventory management  system using C# Console Application · GitHub">
            <a:extLst>
              <a:ext uri="{FF2B5EF4-FFF2-40B4-BE49-F238E27FC236}">
                <a16:creationId xmlns:a16="http://schemas.microsoft.com/office/drawing/2014/main" id="{BE972092-BD52-6855-3591-9FF9B8124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879" y="2376741"/>
            <a:ext cx="3169249" cy="14916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781D45-DA9B-C8F3-199A-5C50452F4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391" y="6511972"/>
            <a:ext cx="1164609" cy="3327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28939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Challenges became practical learning outcomes in C++ development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50852"/>
            <a:ext cx="690942" cy="6909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9071" y="2063551"/>
            <a:ext cx="44906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Expression processing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29071" y="2485552"/>
            <a:ext cx="449062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Grouped expressions · operator precedence · parsing · evaluation logic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395067"/>
            <a:ext cx="690942" cy="6909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9071" y="3395017"/>
            <a:ext cx="44906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File handling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529071" y="3823394"/>
            <a:ext cx="449062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Text-file records where applicable · relative paths · working directories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050852"/>
            <a:ext cx="690942" cy="6909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67731" y="2063551"/>
            <a:ext cx="44906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Input validation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167731" y="2485552"/>
            <a:ext cx="449062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Unexpected console input · error handling · reliability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3395067"/>
            <a:ext cx="690942" cy="6909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67731" y="3395017"/>
            <a:ext cx="449062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Modular C++ design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167731" y="3818458"/>
            <a:ext cx="449062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Classes · functions · source files · headers · object-oriented programming · separation of responsibilities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09585" y="5185310"/>
            <a:ext cx="10972526" cy="1045945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17" name="Text 11"/>
          <p:cNvSpPr/>
          <p:nvPr/>
        </p:nvSpPr>
        <p:spPr>
          <a:xfrm>
            <a:off x="812780" y="5389923"/>
            <a:ext cx="107693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SKILLS DEVELOPED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2780" y="5708282"/>
            <a:ext cx="1076933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C++ </a:t>
            </a:r>
            <a:r>
              <a:rPr lang="en-US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(OOP and DSA)</a:t>
            </a: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debugging · testing · technical documentation · project presentation</a:t>
            </a:r>
            <a:endParaRPr lang="en-US" sz="1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5303E05-F36A-2E71-8AC3-1EF3D3552D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7391" y="6511972"/>
            <a:ext cx="1164609" cy="3327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67624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26745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CLOSING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23224"/>
            <a:ext cx="6095848" cy="1635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kern="100" spc="-14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Four console applications created a practical foundation for continued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552235"/>
            <a:ext cx="609584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Student Management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3166895"/>
            <a:ext cx="609584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Library Management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584" y="3775360"/>
            <a:ext cx="609584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Banking Management System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4" y="4391788"/>
            <a:ext cx="609584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Expression Evaluator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0536" y="5130692"/>
            <a:ext cx="670543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GitHub Repository URL: </a:t>
            </a:r>
            <a:endParaRPr lang="en-US" sz="1000" kern="100" spc="14" dirty="0">
              <a:solidFill>
                <a:srgbClr val="E6E9FF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>
              <a:lnSpc>
                <a:spcPct val="108000"/>
              </a:lnSpc>
            </a:pPr>
            <a:r>
              <a:rPr lang="en-US" sz="10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  <a:hlinkClick r:id="rId3"/>
              </a:rPr>
              <a:t>https://github.com/Muhammad-Ibrahim586/Auspify-Technologies-C-Cpp-Development-Internship</a:t>
            </a:r>
            <a:r>
              <a:rPr lang="en-US" sz="10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0536" y="5747120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MUHAMMAD IBRAHIM — C/C++ DEVELOPMENT INTERN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017" y="0"/>
            <a:ext cx="4876678" cy="6867624"/>
          </a:xfrm>
          <a:prstGeom prst="roundRect">
            <a:avLst>
              <a:gd name="adj" fmla="val 3125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067" y="19050"/>
            <a:ext cx="4838579" cy="68295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601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Lexend</vt:lpstr>
      <vt:lpstr>Consolas</vt:lpstr>
      <vt:lpstr>Krona One</vt:lpstr>
      <vt:lpstr>Lexend Medium</vt:lpstr>
      <vt:lpstr>Lexend Bold</vt:lpstr>
      <vt:lpstr>Arial</vt:lpstr>
      <vt:lpstr>Martian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Muhammad Ibrahim</cp:lastModifiedBy>
  <cp:revision>24</cp:revision>
  <dcterms:created xsi:type="dcterms:W3CDTF">2026-10-17T14:41:19Z</dcterms:created>
  <dcterms:modified xsi:type="dcterms:W3CDTF">2026-10-17T17:52:46Z</dcterms:modified>
</cp:coreProperties>
</file>